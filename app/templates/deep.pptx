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DEEP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F8FAFC"/>
                </a:solidFill>
                <a:latin typeface="Aptos"/>
              </a:defRPr>
            </a:pPr>
            <a:r>
              <a:t>Deep Focus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CBD5E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CBD5E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CBD5E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CBD5E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