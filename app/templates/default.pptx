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EDITORIAL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111827"/>
                </a:solidFill>
                <a:latin typeface="Aptos"/>
              </a:defRPr>
            </a:pPr>
            <a:r>
              <a:t>Editorial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525E71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525E71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525E71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25E7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25E7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11827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25E71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25E7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11827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25E7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111827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525E71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25E71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