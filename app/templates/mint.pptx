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MINT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132F2E"/>
                </a:solidFill>
                <a:latin typeface="Aptos"/>
              </a:defRPr>
            </a:pPr>
            <a:r>
              <a:t>Mint Lab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132F2E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32F2E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CCFBF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132F2E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32F2E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32F2E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32F2E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132F2E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132F2E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132F2E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132F2E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