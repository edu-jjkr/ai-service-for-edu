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312019"/>
                </a:solidFill>
                <a:latin typeface="Aptos"/>
              </a:defRPr>
            </a:pPr>
            <a:r>
              <a:t>Archive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5C4033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5C4033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312019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5C4033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C403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312019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FED7A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312019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C403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312019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312019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C4033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C403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312019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312019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C403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312019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312019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5C4033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12019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5C4033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