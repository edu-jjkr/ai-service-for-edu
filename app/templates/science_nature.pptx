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FIELD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02B26"/>
                </a:solidFill>
                <a:latin typeface="Aptos"/>
              </a:defRPr>
            </a:pPr>
            <a:r>
              <a:t>Field Lab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415B54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15B54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02B26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415B54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15B5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02B26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D1FA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02B26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15B5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02B26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02B26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415B54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15B5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02B26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02B26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15B5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02B26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02B26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15B54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02B26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15B54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