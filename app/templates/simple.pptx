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1C1917"/>
                </a:solidFill>
                <a:latin typeface="Aptos"/>
              </a:defRPr>
            </a:pPr>
            <a:r>
              <a:t>Studio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57534E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57534E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1C1917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7534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1C1917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7534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C1917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C1917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7534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C1917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753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C1917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1C1917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57534E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7534E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