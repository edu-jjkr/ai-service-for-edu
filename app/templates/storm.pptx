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STORM GLASS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111827"/>
                </a:solidFill>
                <a:latin typeface="Aptos"/>
              </a:defRPr>
            </a:pPr>
            <a:r>
              <a:t>Storm Glass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B55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B55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11827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B55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11827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B55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111827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B5563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