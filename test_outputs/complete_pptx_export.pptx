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F5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228B22"/>
                </a:solidFill>
              </a:defRPr>
            </a:pPr>
            <a:r>
              <a:t>Science &amp; Nature Theme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Structure of a Cell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Grade 8 -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Introduction to Cell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Content generation in progress. Please regenerate this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Organelles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generation in progress. Please regenerate this slide.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Membrane and Cytoplasm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generation in progress. Please regenerate this slide.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Organelle Identification 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generation in progress. Please regenerate this slide.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Crossword Puzzle: Cell Organelles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generation in progress. Please regenerate this slide.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Comparing Plant and Animal Cells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generation in progress. Please regenerate this slide.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Function Quiz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generation in progress. Please regenerate this slide.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Cell Structure Presentation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generation in progress. Please regenerate this slide.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a Cell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Content generation in progress. Please regenerate this slide.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